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3"/>
    <p:sldId id="258" r:id="rId4"/>
  </p:sldIdLst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Quarterly Report Q1 2026</a:t>
            </a:r>
          </a:p>
        </p:txBody>
      </p:sp>
      <p:sp>
        <p:nvSpPr>
          <p:cNvPr id="3" name="Subtitle"/>
          <p:cNvSpPr/>
          <p:nvPr/>
        </p:nvSpPr>
        <p:spPr/>
        <p:txBody>
          <a:bodyPr/>
          <a:lstStyle/>
          <a:p>
            <a:r>
              <a:t>Company Overview and Results</a:t>
            </a:r>
          </a:p>
        </p:txBody>
      </p:sp>
    </p:spTree>
  </p:cSld>
  <p:notes>
    <p:cSld>
      <p:spTree>
        <p:nvGrpSpPr>
          <p:cNvPr id="1" name=""/>
          <p:cNvGrpSpPr/>
          <p:nvPr/>
        </p:nvGrpSpPr>
        <p:grpSpPr/>
        <p:sp>
          <p:nvSpPr>
            <p:cNvPr id="4" name="Notes"/>
            <p:cNvSpPr/>
            <p:nvPr/>
          </p:nvSpPr>
          <p:spPr/>
          <p:txBody>
            <a:bodyPr/>
            <a:lstStyle/>
            <a:p>
              <a:r>
                <a:t>Speaker: introduce the quarterly results</a:t>
              </a:r>
            </a:p>
          </p:txBody>
        </p:sp>
      </p:spTree>
    </p:cSld>
  </p:notes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Revenue Growth</a:t>
            </a:r>
          </a:p>
        </p:txBody>
      </p:sp>
      <p:sp>
        <p:nvSpPr>
          <p:cNvPr id="3" name="Content"/>
          <p:cNvSpPr/>
          <p:nvPr/>
        </p:nvSpPr>
        <p:spPr/>
        <p:txBody>
          <a:bodyPr/>
          <a:lstStyle/>
          <a:p>
            <a:r>
              <a:t>Revenue increased by 45% year-over-year</a:t>
            </a:r>
          </a:p>
          <a:p>
            <a:r>
              <a:t>New markets: EMEA and APAC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"/>
          <p:cNvSpPr/>
          <p:nvPr/>
        </p:nvSpPr>
        <p:spPr/>
        <p:txBody>
          <a:bodyPr/>
          <a:lstStyle/>
          <a:p>
            <a:r>
              <a:t>Expand to Latin America in Q2</a:t>
            </a:r>
          </a:p>
          <a:p>
            <a:r>
              <a:t>Hire 50 engineers</a:t>
            </a:r>
          </a:p>
          <a:p>
            <a:r>
              <a:t>Launch product v2</a:t>
            </a:r>
          </a:p>
        </p:txBody>
      </p:sp>
    </p:spTree>
  </p:cSld>
</p:sld>
</file>